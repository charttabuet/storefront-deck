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9055" cy="2377440"/>
          </a:xfrm>
          <a:prstGeom prst="rect">
            <a:avLst/>
          </a:prstGeom>
          <a:solidFill>
            <a:srgbClr val="29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Tahoma"/>
              </a:rPr>
              <a:t>รายงานภาพหน้าร้าน • CAMPAIGN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Tahoma"/>
              </a:rPr>
              <a:t>{{CAMPAIGN}}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ADCFC"/>
                </a:solidFill>
                <a:latin typeface="Tahoma"/>
              </a:rPr>
              <a:t>{{MONTH}}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จัดทำโดยทีม Sales • สร้างอัตโนมัติด้วยระบบ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